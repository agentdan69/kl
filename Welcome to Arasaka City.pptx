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av" ContentType="audio/x-wav"/>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0"/>
      <c:rotY val="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12376548198531961"/>
          <c:y val="9.7895663269213604E-2"/>
          <c:w val="0.87060436095197014"/>
          <c:h val="0.84209677398518856"/>
        </c:manualLayout>
      </c:layout>
      <c:line3DChart>
        <c:grouping val="standard"/>
        <c:varyColors val="0"/>
        <c:ser>
          <c:idx val="0"/>
          <c:order val="0"/>
          <c:tx>
            <c:strRef>
              <c:f>Sheet1!$B$1</c:f>
              <c:strCache>
                <c:ptCount val="1"/>
                <c:pt idx="0">
                  <c:v>Series 1</c:v>
                </c:pt>
              </c:strCache>
            </c:strRef>
          </c:tx>
          <c:spPr>
            <a:solidFill>
              <a:schemeClr val="accent1"/>
            </a:solidFill>
            <a:ln>
              <a:noFill/>
            </a:ln>
            <a:effectLst/>
            <a:sp3d/>
          </c:spPr>
          <c:cat>
            <c:numRef>
              <c:f>Sheet1!$A$2:$A$7</c:f>
              <c:numCache>
                <c:formatCode>General</c:formatCode>
                <c:ptCount val="6"/>
                <c:pt idx="0">
                  <c:v>2032</c:v>
                </c:pt>
                <c:pt idx="1">
                  <c:v>2040</c:v>
                </c:pt>
                <c:pt idx="2">
                  <c:v>2050</c:v>
                </c:pt>
                <c:pt idx="3">
                  <c:v>2060</c:v>
                </c:pt>
                <c:pt idx="4">
                  <c:v>2070</c:v>
                </c:pt>
                <c:pt idx="5">
                  <c:v>2077</c:v>
                </c:pt>
              </c:numCache>
            </c:numRef>
          </c:cat>
          <c:val>
            <c:numRef>
              <c:f>Sheet1!$B$2:$B$7</c:f>
              <c:numCache>
                <c:formatCode>General</c:formatCode>
                <c:ptCount val="6"/>
                <c:pt idx="0">
                  <c:v>10700000</c:v>
                </c:pt>
                <c:pt idx="1">
                  <c:v>28900000</c:v>
                </c:pt>
                <c:pt idx="2">
                  <c:v>74400000</c:v>
                </c:pt>
                <c:pt idx="3">
                  <c:v>124500000</c:v>
                </c:pt>
                <c:pt idx="4">
                  <c:v>114300000</c:v>
                </c:pt>
                <c:pt idx="5">
                  <c:v>129700000</c:v>
                </c:pt>
              </c:numCache>
            </c:numRef>
          </c:val>
          <c:smooth val="0"/>
          <c:extLst>
            <c:ext xmlns:c16="http://schemas.microsoft.com/office/drawing/2014/chart" uri="{C3380CC4-5D6E-409C-BE32-E72D297353CC}">
              <c16:uniqueId val="{00000000-FF2C-49C5-AB77-2A4EC680F568}"/>
            </c:ext>
          </c:extLst>
        </c:ser>
        <c:dLbls>
          <c:showLegendKey val="0"/>
          <c:showVal val="0"/>
          <c:showCatName val="0"/>
          <c:showSerName val="0"/>
          <c:showPercent val="0"/>
          <c:showBubbleSize val="0"/>
        </c:dLbls>
        <c:axId val="1590522447"/>
        <c:axId val="1386058607"/>
        <c:axId val="243817487"/>
      </c:line3DChart>
      <c:catAx>
        <c:axId val="159052244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86058607"/>
        <c:crosses val="autoZero"/>
        <c:auto val="1"/>
        <c:lblAlgn val="ctr"/>
        <c:lblOffset val="100"/>
        <c:noMultiLvlLbl val="0"/>
      </c:catAx>
      <c:valAx>
        <c:axId val="138605860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solidFill>
            <a:schemeClr val="bg1">
              <a:lumMod val="95000"/>
            </a:schemeClr>
          </a:solid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590522447"/>
        <c:crosses val="autoZero"/>
        <c:crossBetween val="between"/>
      </c:valAx>
      <c:serAx>
        <c:axId val="243817487"/>
        <c:scaling>
          <c:orientation val="minMax"/>
        </c:scaling>
        <c:delete val="1"/>
        <c:axPos val="b"/>
        <c:majorTickMark val="out"/>
        <c:minorTickMark val="none"/>
        <c:tickLblPos val="nextTo"/>
        <c:crossAx val="1386058607"/>
        <c:crosses val="autoZero"/>
      </c:ser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0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63E10-BE31-2EBE-35EB-DAFCF274A490}"/>
              </a:ext>
            </a:extLst>
          </p:cNvPr>
          <p:cNvSpPr>
            <a:spLocks noGrp="1"/>
          </p:cNvSpPr>
          <p:nvPr>
            <p:ph type="ctrTitle"/>
          </p:nvPr>
        </p:nvSpPr>
        <p:spPr>
          <a:xfrm>
            <a:off x="1524000" y="1122363"/>
            <a:ext cx="9144000" cy="2387600"/>
          </a:xfrm>
        </p:spPr>
        <p:txBody>
          <a:bodyPr anchor="b"/>
          <a:lstStyle>
            <a:lvl1pPr algn="ctr">
              <a:defRPr sz="6000">
                <a:solidFill>
                  <a:srgbClr val="FF0000"/>
                </a:solidFill>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D01DD33D-4CA1-6FBA-BBA9-9DA24A6A17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4" name="Date Placeholder 3">
            <a:extLst>
              <a:ext uri="{FF2B5EF4-FFF2-40B4-BE49-F238E27FC236}">
                <a16:creationId xmlns:a16="http://schemas.microsoft.com/office/drawing/2014/main" id="{03CEEFB3-672F-ACDF-D3A9-51F9F75C4ABE}"/>
              </a:ext>
            </a:extLst>
          </p:cNvPr>
          <p:cNvSpPr>
            <a:spLocks noGrp="1"/>
          </p:cNvSpPr>
          <p:nvPr>
            <p:ph type="dt" sz="half" idx="10"/>
          </p:nvPr>
        </p:nvSpPr>
        <p:spPr/>
        <p:txBody>
          <a:bodyPr/>
          <a:lstStyle/>
          <a:p>
            <a:fld id="{2FE5622C-2AC8-4A43-922D-1856E8CF3B84}" type="datetimeFigureOut">
              <a:rPr lang="en-GB" smtClean="0"/>
              <a:t>05/10/2026</a:t>
            </a:fld>
            <a:endParaRPr lang="en-GB"/>
          </a:p>
        </p:txBody>
      </p:sp>
      <p:sp>
        <p:nvSpPr>
          <p:cNvPr id="5" name="Footer Placeholder 4">
            <a:extLst>
              <a:ext uri="{FF2B5EF4-FFF2-40B4-BE49-F238E27FC236}">
                <a16:creationId xmlns:a16="http://schemas.microsoft.com/office/drawing/2014/main" id="{BF46812B-64AC-88D5-CCB6-9155BF827AE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B6D9A18-BD31-193D-6DCB-629710EFF12E}"/>
              </a:ext>
            </a:extLst>
          </p:cNvPr>
          <p:cNvSpPr>
            <a:spLocks noGrp="1"/>
          </p:cNvSpPr>
          <p:nvPr>
            <p:ph type="sldNum" sz="quarter" idx="12"/>
          </p:nvPr>
        </p:nvSpPr>
        <p:spPr/>
        <p:txBody>
          <a:bodyPr/>
          <a:lstStyle/>
          <a:p>
            <a:fld id="{C8763A71-3243-4AE2-B177-4CA1D4250099}" type="slidenum">
              <a:rPr lang="en-GB" smtClean="0"/>
              <a:t>‹#›</a:t>
            </a:fld>
            <a:endParaRPr lang="en-GB"/>
          </a:p>
        </p:txBody>
      </p:sp>
    </p:spTree>
    <p:extLst>
      <p:ext uri="{BB962C8B-B14F-4D97-AF65-F5344CB8AC3E}">
        <p14:creationId xmlns:p14="http://schemas.microsoft.com/office/powerpoint/2010/main" val="274353322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6D59E-490E-D69A-8CEF-CCE0984F493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0A4E3D3-74AE-D66A-86E0-11131BACDD0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26FF440-C6D1-B217-86BE-7672BAAC3DEA}"/>
              </a:ext>
            </a:extLst>
          </p:cNvPr>
          <p:cNvSpPr>
            <a:spLocks noGrp="1"/>
          </p:cNvSpPr>
          <p:nvPr>
            <p:ph type="dt" sz="half" idx="10"/>
          </p:nvPr>
        </p:nvSpPr>
        <p:spPr/>
        <p:txBody>
          <a:bodyPr/>
          <a:lstStyle/>
          <a:p>
            <a:fld id="{2FE5622C-2AC8-4A43-922D-1856E8CF3B84}" type="datetimeFigureOut">
              <a:rPr lang="en-GB" smtClean="0"/>
              <a:t>05/10/2026</a:t>
            </a:fld>
            <a:endParaRPr lang="en-GB"/>
          </a:p>
        </p:txBody>
      </p:sp>
      <p:sp>
        <p:nvSpPr>
          <p:cNvPr id="5" name="Footer Placeholder 4">
            <a:extLst>
              <a:ext uri="{FF2B5EF4-FFF2-40B4-BE49-F238E27FC236}">
                <a16:creationId xmlns:a16="http://schemas.microsoft.com/office/drawing/2014/main" id="{24BF09A1-BD01-64EA-B08E-1C1F1273446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1D809B4-77E7-8C90-002E-49F8AE963815}"/>
              </a:ext>
            </a:extLst>
          </p:cNvPr>
          <p:cNvSpPr>
            <a:spLocks noGrp="1"/>
          </p:cNvSpPr>
          <p:nvPr>
            <p:ph type="sldNum" sz="quarter" idx="12"/>
          </p:nvPr>
        </p:nvSpPr>
        <p:spPr/>
        <p:txBody>
          <a:bodyPr/>
          <a:lstStyle/>
          <a:p>
            <a:fld id="{C8763A71-3243-4AE2-B177-4CA1D4250099}" type="slidenum">
              <a:rPr lang="en-GB" smtClean="0"/>
              <a:t>‹#›</a:t>
            </a:fld>
            <a:endParaRPr lang="en-GB"/>
          </a:p>
        </p:txBody>
      </p:sp>
    </p:spTree>
    <p:extLst>
      <p:ext uri="{BB962C8B-B14F-4D97-AF65-F5344CB8AC3E}">
        <p14:creationId xmlns:p14="http://schemas.microsoft.com/office/powerpoint/2010/main" val="383378110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E8D0B-36C1-70FC-004E-EC10CA90A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BE1310E-ECF7-0D8C-5F1D-E65129691F2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A8BF3FC-CE25-D3FC-DCA6-D8F52CDCBCB0}"/>
              </a:ext>
            </a:extLst>
          </p:cNvPr>
          <p:cNvSpPr>
            <a:spLocks noGrp="1"/>
          </p:cNvSpPr>
          <p:nvPr>
            <p:ph type="dt" sz="half" idx="10"/>
          </p:nvPr>
        </p:nvSpPr>
        <p:spPr/>
        <p:txBody>
          <a:bodyPr/>
          <a:lstStyle/>
          <a:p>
            <a:fld id="{2FE5622C-2AC8-4A43-922D-1856E8CF3B84}" type="datetimeFigureOut">
              <a:rPr lang="en-GB" smtClean="0"/>
              <a:t>05/10/2026</a:t>
            </a:fld>
            <a:endParaRPr lang="en-GB"/>
          </a:p>
        </p:txBody>
      </p:sp>
      <p:sp>
        <p:nvSpPr>
          <p:cNvPr id="5" name="Footer Placeholder 4">
            <a:extLst>
              <a:ext uri="{FF2B5EF4-FFF2-40B4-BE49-F238E27FC236}">
                <a16:creationId xmlns:a16="http://schemas.microsoft.com/office/drawing/2014/main" id="{CE8745E3-D586-0FF3-A683-9F5BF6435D8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C9656A2-47BC-3747-A767-ABD63B788312}"/>
              </a:ext>
            </a:extLst>
          </p:cNvPr>
          <p:cNvSpPr>
            <a:spLocks noGrp="1"/>
          </p:cNvSpPr>
          <p:nvPr>
            <p:ph type="sldNum" sz="quarter" idx="12"/>
          </p:nvPr>
        </p:nvSpPr>
        <p:spPr/>
        <p:txBody>
          <a:bodyPr/>
          <a:lstStyle/>
          <a:p>
            <a:fld id="{C8763A71-3243-4AE2-B177-4CA1D4250099}" type="slidenum">
              <a:rPr lang="en-GB" smtClean="0"/>
              <a:t>‹#›</a:t>
            </a:fld>
            <a:endParaRPr lang="en-GB"/>
          </a:p>
        </p:txBody>
      </p:sp>
    </p:spTree>
    <p:extLst>
      <p:ext uri="{BB962C8B-B14F-4D97-AF65-F5344CB8AC3E}">
        <p14:creationId xmlns:p14="http://schemas.microsoft.com/office/powerpoint/2010/main" val="71853833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E6368-E1FC-D871-2B76-0F88B685DC0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AA64081-5973-7F11-B470-B84D059E67F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1C9173D-0ADF-817C-6995-47E9043A67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2DD2BDE-FDF4-7EE7-3DCC-04C19D8C75D3}"/>
              </a:ext>
            </a:extLst>
          </p:cNvPr>
          <p:cNvSpPr>
            <a:spLocks noGrp="1"/>
          </p:cNvSpPr>
          <p:nvPr>
            <p:ph type="dt" sz="half" idx="10"/>
          </p:nvPr>
        </p:nvSpPr>
        <p:spPr/>
        <p:txBody>
          <a:bodyPr/>
          <a:lstStyle/>
          <a:p>
            <a:fld id="{2FE5622C-2AC8-4A43-922D-1856E8CF3B84}" type="datetimeFigureOut">
              <a:rPr lang="en-GB" smtClean="0"/>
              <a:t>05/10/2026</a:t>
            </a:fld>
            <a:endParaRPr lang="en-GB"/>
          </a:p>
        </p:txBody>
      </p:sp>
      <p:sp>
        <p:nvSpPr>
          <p:cNvPr id="6" name="Footer Placeholder 5">
            <a:extLst>
              <a:ext uri="{FF2B5EF4-FFF2-40B4-BE49-F238E27FC236}">
                <a16:creationId xmlns:a16="http://schemas.microsoft.com/office/drawing/2014/main" id="{A6106B8E-CA61-3D53-ED52-54412EBFA97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9802A16-C614-CAF4-C3B2-1E0F0D7E26FE}"/>
              </a:ext>
            </a:extLst>
          </p:cNvPr>
          <p:cNvSpPr>
            <a:spLocks noGrp="1"/>
          </p:cNvSpPr>
          <p:nvPr>
            <p:ph type="sldNum" sz="quarter" idx="12"/>
          </p:nvPr>
        </p:nvSpPr>
        <p:spPr/>
        <p:txBody>
          <a:bodyPr/>
          <a:lstStyle/>
          <a:p>
            <a:fld id="{C8763A71-3243-4AE2-B177-4CA1D4250099}" type="slidenum">
              <a:rPr lang="en-GB" smtClean="0"/>
              <a:t>‹#›</a:t>
            </a:fld>
            <a:endParaRPr lang="en-GB"/>
          </a:p>
        </p:txBody>
      </p:sp>
    </p:spTree>
    <p:extLst>
      <p:ext uri="{BB962C8B-B14F-4D97-AF65-F5344CB8AC3E}">
        <p14:creationId xmlns:p14="http://schemas.microsoft.com/office/powerpoint/2010/main" val="135975554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63E36-2BC6-9E2C-028E-414247B3CBD6}"/>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0565A63-2DD3-7092-F291-13F7085A23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73BA4F2-6699-293F-2894-6E4FD327454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566C25ED-1471-D926-7676-56AF1F3B59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4A25B11-D005-3F5A-0ED9-C6B07664A55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50EBBCB8-0557-7864-164A-58A684D30D62}"/>
              </a:ext>
            </a:extLst>
          </p:cNvPr>
          <p:cNvSpPr>
            <a:spLocks noGrp="1"/>
          </p:cNvSpPr>
          <p:nvPr>
            <p:ph type="dt" sz="half" idx="10"/>
          </p:nvPr>
        </p:nvSpPr>
        <p:spPr/>
        <p:txBody>
          <a:bodyPr/>
          <a:lstStyle/>
          <a:p>
            <a:fld id="{2FE5622C-2AC8-4A43-922D-1856E8CF3B84}" type="datetimeFigureOut">
              <a:rPr lang="en-GB" smtClean="0"/>
              <a:t>05/10/2026</a:t>
            </a:fld>
            <a:endParaRPr lang="en-GB"/>
          </a:p>
        </p:txBody>
      </p:sp>
      <p:sp>
        <p:nvSpPr>
          <p:cNvPr id="8" name="Footer Placeholder 7">
            <a:extLst>
              <a:ext uri="{FF2B5EF4-FFF2-40B4-BE49-F238E27FC236}">
                <a16:creationId xmlns:a16="http://schemas.microsoft.com/office/drawing/2014/main" id="{7016A508-DC83-24C6-0A14-9538B52015B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B81674D0-C77E-F935-1738-D8D0A48A4CD6}"/>
              </a:ext>
            </a:extLst>
          </p:cNvPr>
          <p:cNvSpPr>
            <a:spLocks noGrp="1"/>
          </p:cNvSpPr>
          <p:nvPr>
            <p:ph type="sldNum" sz="quarter" idx="12"/>
          </p:nvPr>
        </p:nvSpPr>
        <p:spPr/>
        <p:txBody>
          <a:bodyPr/>
          <a:lstStyle/>
          <a:p>
            <a:fld id="{C8763A71-3243-4AE2-B177-4CA1D4250099}" type="slidenum">
              <a:rPr lang="en-GB" smtClean="0"/>
              <a:t>‹#›</a:t>
            </a:fld>
            <a:endParaRPr lang="en-GB"/>
          </a:p>
        </p:txBody>
      </p:sp>
    </p:spTree>
    <p:extLst>
      <p:ext uri="{BB962C8B-B14F-4D97-AF65-F5344CB8AC3E}">
        <p14:creationId xmlns:p14="http://schemas.microsoft.com/office/powerpoint/2010/main" val="299922623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F371A-DC3C-A9CA-4C7F-6DF94EF644E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58F5EFDC-BC75-B92C-22CB-D9BFEABBC8FF}"/>
              </a:ext>
            </a:extLst>
          </p:cNvPr>
          <p:cNvSpPr>
            <a:spLocks noGrp="1"/>
          </p:cNvSpPr>
          <p:nvPr>
            <p:ph type="dt" sz="half" idx="10"/>
          </p:nvPr>
        </p:nvSpPr>
        <p:spPr/>
        <p:txBody>
          <a:bodyPr/>
          <a:lstStyle/>
          <a:p>
            <a:fld id="{2FE5622C-2AC8-4A43-922D-1856E8CF3B84}" type="datetimeFigureOut">
              <a:rPr lang="en-GB" smtClean="0"/>
              <a:t>05/10/2026</a:t>
            </a:fld>
            <a:endParaRPr lang="en-GB"/>
          </a:p>
        </p:txBody>
      </p:sp>
      <p:sp>
        <p:nvSpPr>
          <p:cNvPr id="4" name="Footer Placeholder 3">
            <a:extLst>
              <a:ext uri="{FF2B5EF4-FFF2-40B4-BE49-F238E27FC236}">
                <a16:creationId xmlns:a16="http://schemas.microsoft.com/office/drawing/2014/main" id="{98BF839B-88DB-6EAD-811B-D6324EBEA06B}"/>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36A2B80-DD94-6883-010E-259E2B676FB3}"/>
              </a:ext>
            </a:extLst>
          </p:cNvPr>
          <p:cNvSpPr>
            <a:spLocks noGrp="1"/>
          </p:cNvSpPr>
          <p:nvPr>
            <p:ph type="sldNum" sz="quarter" idx="12"/>
          </p:nvPr>
        </p:nvSpPr>
        <p:spPr/>
        <p:txBody>
          <a:bodyPr/>
          <a:lstStyle/>
          <a:p>
            <a:fld id="{C8763A71-3243-4AE2-B177-4CA1D4250099}" type="slidenum">
              <a:rPr lang="en-GB" smtClean="0"/>
              <a:t>‹#›</a:t>
            </a:fld>
            <a:endParaRPr lang="en-GB"/>
          </a:p>
        </p:txBody>
      </p:sp>
    </p:spTree>
    <p:extLst>
      <p:ext uri="{BB962C8B-B14F-4D97-AF65-F5344CB8AC3E}">
        <p14:creationId xmlns:p14="http://schemas.microsoft.com/office/powerpoint/2010/main" val="106796532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483F38-121B-FB3D-8717-47DF6BB52C79}"/>
              </a:ext>
            </a:extLst>
          </p:cNvPr>
          <p:cNvSpPr>
            <a:spLocks noGrp="1"/>
          </p:cNvSpPr>
          <p:nvPr>
            <p:ph type="dt" sz="half" idx="10"/>
          </p:nvPr>
        </p:nvSpPr>
        <p:spPr/>
        <p:txBody>
          <a:bodyPr/>
          <a:lstStyle/>
          <a:p>
            <a:fld id="{2FE5622C-2AC8-4A43-922D-1856E8CF3B84}" type="datetimeFigureOut">
              <a:rPr lang="en-GB" smtClean="0"/>
              <a:t>05/10/2026</a:t>
            </a:fld>
            <a:endParaRPr lang="en-GB"/>
          </a:p>
        </p:txBody>
      </p:sp>
      <p:sp>
        <p:nvSpPr>
          <p:cNvPr id="3" name="Footer Placeholder 2">
            <a:extLst>
              <a:ext uri="{FF2B5EF4-FFF2-40B4-BE49-F238E27FC236}">
                <a16:creationId xmlns:a16="http://schemas.microsoft.com/office/drawing/2014/main" id="{BE3A1130-B024-8CF6-844E-9088A932BE02}"/>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FB407F2-4A03-E2D8-2EA8-17B7B770F608}"/>
              </a:ext>
            </a:extLst>
          </p:cNvPr>
          <p:cNvSpPr>
            <a:spLocks noGrp="1"/>
          </p:cNvSpPr>
          <p:nvPr>
            <p:ph type="sldNum" sz="quarter" idx="12"/>
          </p:nvPr>
        </p:nvSpPr>
        <p:spPr/>
        <p:txBody>
          <a:bodyPr/>
          <a:lstStyle/>
          <a:p>
            <a:fld id="{C8763A71-3243-4AE2-B177-4CA1D4250099}" type="slidenum">
              <a:rPr lang="en-GB" smtClean="0"/>
              <a:t>‹#›</a:t>
            </a:fld>
            <a:endParaRPr lang="en-GB"/>
          </a:p>
        </p:txBody>
      </p:sp>
    </p:spTree>
    <p:extLst>
      <p:ext uri="{BB962C8B-B14F-4D97-AF65-F5344CB8AC3E}">
        <p14:creationId xmlns:p14="http://schemas.microsoft.com/office/powerpoint/2010/main" val="1066384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1F69B-6A67-1B72-1A69-159B33447C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1B4EA75-44EB-2C86-72D3-ABAB0BE96E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F7BFD08-81CA-611B-821B-B58AE8DB8F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0088EA-6D8F-F72F-288D-2B803C4C8FC5}"/>
              </a:ext>
            </a:extLst>
          </p:cNvPr>
          <p:cNvSpPr>
            <a:spLocks noGrp="1"/>
          </p:cNvSpPr>
          <p:nvPr>
            <p:ph type="dt" sz="half" idx="10"/>
          </p:nvPr>
        </p:nvSpPr>
        <p:spPr/>
        <p:txBody>
          <a:bodyPr/>
          <a:lstStyle/>
          <a:p>
            <a:fld id="{2FE5622C-2AC8-4A43-922D-1856E8CF3B84}" type="datetimeFigureOut">
              <a:rPr lang="en-GB" smtClean="0"/>
              <a:t>05/10/2026</a:t>
            </a:fld>
            <a:endParaRPr lang="en-GB"/>
          </a:p>
        </p:txBody>
      </p:sp>
      <p:sp>
        <p:nvSpPr>
          <p:cNvPr id="6" name="Footer Placeholder 5">
            <a:extLst>
              <a:ext uri="{FF2B5EF4-FFF2-40B4-BE49-F238E27FC236}">
                <a16:creationId xmlns:a16="http://schemas.microsoft.com/office/drawing/2014/main" id="{58D9E0A3-EDFC-F382-F04E-41147A1F01A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F72E1D8-7D34-C9C3-7684-285F30BFDAFC}"/>
              </a:ext>
            </a:extLst>
          </p:cNvPr>
          <p:cNvSpPr>
            <a:spLocks noGrp="1"/>
          </p:cNvSpPr>
          <p:nvPr>
            <p:ph type="sldNum" sz="quarter" idx="12"/>
          </p:nvPr>
        </p:nvSpPr>
        <p:spPr/>
        <p:txBody>
          <a:bodyPr/>
          <a:lstStyle/>
          <a:p>
            <a:fld id="{C8763A71-3243-4AE2-B177-4CA1D4250099}" type="slidenum">
              <a:rPr lang="en-GB" smtClean="0"/>
              <a:t>‹#›</a:t>
            </a:fld>
            <a:endParaRPr lang="en-GB"/>
          </a:p>
        </p:txBody>
      </p:sp>
    </p:spTree>
    <p:extLst>
      <p:ext uri="{BB962C8B-B14F-4D97-AF65-F5344CB8AC3E}">
        <p14:creationId xmlns:p14="http://schemas.microsoft.com/office/powerpoint/2010/main" val="30757148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643F5-E716-EFAB-46EB-CB10CAA5FE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F5502D6-B822-4E24-741B-6D3E817ADA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88AA8BF0-6750-C7D6-B06A-7A3A1C5761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23BF52-7BDC-7883-1067-CC472D561858}"/>
              </a:ext>
            </a:extLst>
          </p:cNvPr>
          <p:cNvSpPr>
            <a:spLocks noGrp="1"/>
          </p:cNvSpPr>
          <p:nvPr>
            <p:ph type="dt" sz="half" idx="10"/>
          </p:nvPr>
        </p:nvSpPr>
        <p:spPr/>
        <p:txBody>
          <a:bodyPr/>
          <a:lstStyle/>
          <a:p>
            <a:fld id="{2FE5622C-2AC8-4A43-922D-1856E8CF3B84}" type="datetimeFigureOut">
              <a:rPr lang="en-GB" smtClean="0"/>
              <a:t>05/10/2026</a:t>
            </a:fld>
            <a:endParaRPr lang="en-GB"/>
          </a:p>
        </p:txBody>
      </p:sp>
      <p:sp>
        <p:nvSpPr>
          <p:cNvPr id="6" name="Footer Placeholder 5">
            <a:extLst>
              <a:ext uri="{FF2B5EF4-FFF2-40B4-BE49-F238E27FC236}">
                <a16:creationId xmlns:a16="http://schemas.microsoft.com/office/drawing/2014/main" id="{5D47ADF3-0611-ECD5-8CED-C321C685DCF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52279F5-4C66-FCCF-74B2-EBEC7032ADF8}"/>
              </a:ext>
            </a:extLst>
          </p:cNvPr>
          <p:cNvSpPr>
            <a:spLocks noGrp="1"/>
          </p:cNvSpPr>
          <p:nvPr>
            <p:ph type="sldNum" sz="quarter" idx="12"/>
          </p:nvPr>
        </p:nvSpPr>
        <p:spPr/>
        <p:txBody>
          <a:bodyPr/>
          <a:lstStyle/>
          <a:p>
            <a:fld id="{C8763A71-3243-4AE2-B177-4CA1D4250099}" type="slidenum">
              <a:rPr lang="en-GB" smtClean="0"/>
              <a:t>‹#›</a:t>
            </a:fld>
            <a:endParaRPr lang="en-GB"/>
          </a:p>
        </p:txBody>
      </p:sp>
    </p:spTree>
    <p:extLst>
      <p:ext uri="{BB962C8B-B14F-4D97-AF65-F5344CB8AC3E}">
        <p14:creationId xmlns:p14="http://schemas.microsoft.com/office/powerpoint/2010/main" val="222199078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FD699-A41F-AA38-86AE-49EE395A65BF}"/>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DF55A5E-1D5E-ADB8-DFD9-518478DD90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0F4FD4F-60CF-F715-A859-0C279E784D19}"/>
              </a:ext>
            </a:extLst>
          </p:cNvPr>
          <p:cNvSpPr>
            <a:spLocks noGrp="1"/>
          </p:cNvSpPr>
          <p:nvPr>
            <p:ph type="dt" sz="half" idx="10"/>
          </p:nvPr>
        </p:nvSpPr>
        <p:spPr/>
        <p:txBody>
          <a:bodyPr/>
          <a:lstStyle/>
          <a:p>
            <a:fld id="{2FE5622C-2AC8-4A43-922D-1856E8CF3B84}" type="datetimeFigureOut">
              <a:rPr lang="en-GB" smtClean="0"/>
              <a:t>05/10/2026</a:t>
            </a:fld>
            <a:endParaRPr lang="en-GB"/>
          </a:p>
        </p:txBody>
      </p:sp>
      <p:sp>
        <p:nvSpPr>
          <p:cNvPr id="5" name="Footer Placeholder 4">
            <a:extLst>
              <a:ext uri="{FF2B5EF4-FFF2-40B4-BE49-F238E27FC236}">
                <a16:creationId xmlns:a16="http://schemas.microsoft.com/office/drawing/2014/main" id="{FB6F1A66-CAFC-8191-85DD-FA43D92C8DD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E709F64-56D4-86AB-3943-4A01EA374D93}"/>
              </a:ext>
            </a:extLst>
          </p:cNvPr>
          <p:cNvSpPr>
            <a:spLocks noGrp="1"/>
          </p:cNvSpPr>
          <p:nvPr>
            <p:ph type="sldNum" sz="quarter" idx="12"/>
          </p:nvPr>
        </p:nvSpPr>
        <p:spPr/>
        <p:txBody>
          <a:bodyPr/>
          <a:lstStyle/>
          <a:p>
            <a:fld id="{C8763A71-3243-4AE2-B177-4CA1D4250099}" type="slidenum">
              <a:rPr lang="en-GB" smtClean="0"/>
              <a:t>‹#›</a:t>
            </a:fld>
            <a:endParaRPr lang="en-GB"/>
          </a:p>
        </p:txBody>
      </p:sp>
    </p:spTree>
    <p:extLst>
      <p:ext uri="{BB962C8B-B14F-4D97-AF65-F5344CB8AC3E}">
        <p14:creationId xmlns:p14="http://schemas.microsoft.com/office/powerpoint/2010/main" val="212320269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5E76F25-2E66-2846-1296-725F97194E3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BBA7F10-193D-E394-9481-78186CB955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C40552E-578F-E380-E791-DF02C3115882}"/>
              </a:ext>
            </a:extLst>
          </p:cNvPr>
          <p:cNvSpPr>
            <a:spLocks noGrp="1"/>
          </p:cNvSpPr>
          <p:nvPr>
            <p:ph type="dt" sz="half" idx="10"/>
          </p:nvPr>
        </p:nvSpPr>
        <p:spPr/>
        <p:txBody>
          <a:bodyPr/>
          <a:lstStyle/>
          <a:p>
            <a:fld id="{2FE5622C-2AC8-4A43-922D-1856E8CF3B84}" type="datetimeFigureOut">
              <a:rPr lang="en-GB" smtClean="0"/>
              <a:t>05/10/2026</a:t>
            </a:fld>
            <a:endParaRPr lang="en-GB"/>
          </a:p>
        </p:txBody>
      </p:sp>
      <p:sp>
        <p:nvSpPr>
          <p:cNvPr id="5" name="Footer Placeholder 4">
            <a:extLst>
              <a:ext uri="{FF2B5EF4-FFF2-40B4-BE49-F238E27FC236}">
                <a16:creationId xmlns:a16="http://schemas.microsoft.com/office/drawing/2014/main" id="{157E713E-8C00-9065-1CA7-0BCED584E40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FC02179-B6EC-FB43-BFD9-5908B6B5BF75}"/>
              </a:ext>
            </a:extLst>
          </p:cNvPr>
          <p:cNvSpPr>
            <a:spLocks noGrp="1"/>
          </p:cNvSpPr>
          <p:nvPr>
            <p:ph type="sldNum" sz="quarter" idx="12"/>
          </p:nvPr>
        </p:nvSpPr>
        <p:spPr/>
        <p:txBody>
          <a:bodyPr/>
          <a:lstStyle/>
          <a:p>
            <a:fld id="{C8763A71-3243-4AE2-B177-4CA1D4250099}" type="slidenum">
              <a:rPr lang="en-GB" smtClean="0"/>
              <a:t>‹#›</a:t>
            </a:fld>
            <a:endParaRPr lang="en-GB"/>
          </a:p>
        </p:txBody>
      </p:sp>
    </p:spTree>
    <p:extLst>
      <p:ext uri="{BB962C8B-B14F-4D97-AF65-F5344CB8AC3E}">
        <p14:creationId xmlns:p14="http://schemas.microsoft.com/office/powerpoint/2010/main" val="109180223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3435622-2993-7243-ECB1-9726696E2572}"/>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542C2980-359D-69C6-E8D4-9DE3DB263C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AEF56A30-99D5-E0D6-190E-BF98EA538A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BC9CE645-9774-2905-5DDE-E03F7032AE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FE5622C-2AC8-4A43-922D-1856E8CF3B84}" type="datetimeFigureOut">
              <a:rPr lang="en-GB" smtClean="0"/>
              <a:t>05/10/2026</a:t>
            </a:fld>
            <a:endParaRPr lang="en-GB"/>
          </a:p>
        </p:txBody>
      </p:sp>
      <p:sp>
        <p:nvSpPr>
          <p:cNvPr id="5" name="Footer Placeholder 4">
            <a:extLst>
              <a:ext uri="{FF2B5EF4-FFF2-40B4-BE49-F238E27FC236}">
                <a16:creationId xmlns:a16="http://schemas.microsoft.com/office/drawing/2014/main" id="{C468B2E3-26F3-9B3F-12BC-6614EEB989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0D95AA07-4B83-89B4-AF4C-3BBFA75301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763A71-3243-4AE2-B177-4CA1D4250099}" type="slidenum">
              <a:rPr lang="en-GB" smtClean="0"/>
              <a:t>‹#›</a:t>
            </a:fld>
            <a:endParaRPr lang="en-GB"/>
          </a:p>
        </p:txBody>
      </p:sp>
      <p:pic>
        <p:nvPicPr>
          <p:cNvPr id="10" name="Picture 9">
            <a:extLst>
              <a:ext uri="{FF2B5EF4-FFF2-40B4-BE49-F238E27FC236}">
                <a16:creationId xmlns:a16="http://schemas.microsoft.com/office/drawing/2014/main" id="{25F9A62A-D3CD-8BA9-058B-349FDC0FDB0C}"/>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9133936" y="-245852"/>
            <a:ext cx="3058063" cy="3058063"/>
          </a:xfrm>
          <a:prstGeom prst="rect">
            <a:avLst/>
          </a:prstGeom>
        </p:spPr>
      </p:pic>
    </p:spTree>
    <p:extLst>
      <p:ext uri="{BB962C8B-B14F-4D97-AF65-F5344CB8AC3E}">
        <p14:creationId xmlns:p14="http://schemas.microsoft.com/office/powerpoint/2010/main" val="39078923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xStyles>
    <p:titleStyle>
      <a:lvl1pPr algn="l" defTabSz="914400" rtl="0" eaLnBrk="1" latinLnBrk="0" hangingPunct="1">
        <a:lnSpc>
          <a:spcPct val="90000"/>
        </a:lnSpc>
        <a:spcBef>
          <a:spcPct val="0"/>
        </a:spcBef>
        <a:buNone/>
        <a:defRPr sz="4400" kern="1200">
          <a:solidFill>
            <a:srgbClr val="FF0000"/>
          </a:solidFill>
          <a:latin typeface="Cascadia Code" panose="020B0609020000020004" pitchFamily="49" charset="0"/>
          <a:ea typeface="Cascadia Code" panose="020B0609020000020004" pitchFamily="49" charset="0"/>
          <a:cs typeface="Cascadia Code" panose="020B0609020000020004" pitchFamily="49"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FF0000"/>
          </a:solidFill>
          <a:latin typeface="Cascadia Code" panose="020B0609020000020004" pitchFamily="49" charset="0"/>
          <a:ea typeface="Cascadia Code" panose="020B0609020000020004" pitchFamily="49" charset="0"/>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FF0000"/>
          </a:solidFill>
          <a:latin typeface="Cascadia Code" panose="020B0609020000020004" pitchFamily="49" charset="0"/>
          <a:ea typeface="Cascadia Code" panose="020B0609020000020004" pitchFamily="49" charset="0"/>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FF0000"/>
          </a:solidFill>
          <a:latin typeface="Cascadia Code" panose="020B0609020000020004" pitchFamily="49" charset="0"/>
          <a:ea typeface="Cascadia Code" panose="020B0609020000020004" pitchFamily="49" charset="0"/>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FF0000"/>
          </a:solidFill>
          <a:latin typeface="Cascadia Code" panose="020B0609020000020004" pitchFamily="49" charset="0"/>
          <a:ea typeface="Cascadia Code" panose="020B0609020000020004" pitchFamily="49" charset="0"/>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FF0000"/>
          </a:solidFill>
          <a:latin typeface="Cascadia Code" panose="020B0609020000020004" pitchFamily="49" charset="0"/>
          <a:ea typeface="Cascadia Code" panose="020B0609020000020004" pitchFamily="49" charset="0"/>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hyperlink" Target="file:///\\server\students4\daniil.dorofeyev\My%20Pictures\Screenshots\Screenshot%202026-10-02%20130729.png"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091B7-17BC-9044-58AE-1F00406B3730}"/>
              </a:ext>
            </a:extLst>
          </p:cNvPr>
          <p:cNvSpPr>
            <a:spLocks noGrp="1"/>
          </p:cNvSpPr>
          <p:nvPr>
            <p:ph type="ctrTitle"/>
          </p:nvPr>
        </p:nvSpPr>
        <p:spPr>
          <a:xfrm>
            <a:off x="97536" y="173735"/>
            <a:ext cx="9531096" cy="1122363"/>
          </a:xfrm>
        </p:spPr>
        <p:txBody>
          <a:bodyPr>
            <a:normAutofit fontScale="90000"/>
          </a:bodyPr>
          <a:lstStyle/>
          <a:p>
            <a:r>
              <a:rPr lang="en-GB"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Welcome to </a:t>
            </a:r>
            <a:r>
              <a:rPr lang="en-GB" dirty="0" err="1">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Arasaka</a:t>
            </a:r>
            <a:r>
              <a:rPr lang="en-GB"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 City</a:t>
            </a:r>
          </a:p>
        </p:txBody>
      </p:sp>
      <p:sp>
        <p:nvSpPr>
          <p:cNvPr id="3" name="Subtitle 2">
            <a:extLst>
              <a:ext uri="{FF2B5EF4-FFF2-40B4-BE49-F238E27FC236}">
                <a16:creationId xmlns:a16="http://schemas.microsoft.com/office/drawing/2014/main" id="{C7B848F6-28F0-1FAE-470E-BE63F93A34C6}"/>
              </a:ext>
            </a:extLst>
          </p:cNvPr>
          <p:cNvSpPr>
            <a:spLocks noGrp="1"/>
          </p:cNvSpPr>
          <p:nvPr>
            <p:ph type="subTitle" idx="1"/>
          </p:nvPr>
        </p:nvSpPr>
        <p:spPr>
          <a:xfrm>
            <a:off x="1588008" y="5028503"/>
            <a:ext cx="9144000" cy="1655762"/>
          </a:xfrm>
        </p:spPr>
        <p:txBody>
          <a:bodyPr>
            <a:normAutofit/>
          </a:bodyPr>
          <a:lstStyle/>
          <a:p>
            <a:r>
              <a:rPr lang="en-GB" sz="6600" dirty="0">
                <a:solidFill>
                  <a:srgbClr val="FF0000"/>
                </a:solidFill>
              </a:rPr>
              <a:t>By Daniil</a:t>
            </a:r>
          </a:p>
        </p:txBody>
      </p:sp>
      <p:pic>
        <p:nvPicPr>
          <p:cNvPr id="11" name="Picture 10">
            <a:extLst>
              <a:ext uri="{FF2B5EF4-FFF2-40B4-BE49-F238E27FC236}">
                <a16:creationId xmlns:a16="http://schemas.microsoft.com/office/drawing/2014/main" id="{E9F49A1E-7200-5C0A-45C8-2B84CF1E50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56590" y="3832698"/>
            <a:ext cx="2240228" cy="2769635"/>
          </a:xfrm>
          <a:prstGeom prst="rect">
            <a:avLst/>
          </a:prstGeom>
        </p:spPr>
      </p:pic>
      <p:pic>
        <p:nvPicPr>
          <p:cNvPr id="13" name="Picture 12">
            <a:extLst>
              <a:ext uri="{FF2B5EF4-FFF2-40B4-BE49-F238E27FC236}">
                <a16:creationId xmlns:a16="http://schemas.microsoft.com/office/drawing/2014/main" id="{82EBF8A4-7A1A-2587-F189-08D6482307BE}"/>
              </a:ext>
            </a:extLst>
          </p:cNvPr>
          <p:cNvPicPr>
            <a:picLocks noChangeAspect="1"/>
          </p:cNvPicPr>
          <p:nvPr/>
        </p:nvPicPr>
        <p:blipFill>
          <a:blip r:embed="rId3"/>
          <a:stretch>
            <a:fillRect/>
          </a:stretch>
        </p:blipFill>
        <p:spPr>
          <a:xfrm rot="17008427">
            <a:off x="9607555" y="4943591"/>
            <a:ext cx="1601072" cy="901082"/>
          </a:xfrm>
          <a:prstGeom prst="rect">
            <a:avLst/>
          </a:prstGeom>
          <a:pattFill prst="ltUpDiag">
            <a:fgClr>
              <a:schemeClr val="accent1"/>
            </a:fgClr>
            <a:bgClr>
              <a:schemeClr val="bg1"/>
            </a:bgClr>
          </a:pattFill>
        </p:spPr>
      </p:pic>
    </p:spTree>
    <p:extLst>
      <p:ext uri="{BB962C8B-B14F-4D97-AF65-F5344CB8AC3E}">
        <p14:creationId xmlns:p14="http://schemas.microsoft.com/office/powerpoint/2010/main" val="318108569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B51C8-080F-86BC-F24A-42F51FEE907B}"/>
              </a:ext>
            </a:extLst>
          </p:cNvPr>
          <p:cNvSpPr>
            <a:spLocks noGrp="1"/>
          </p:cNvSpPr>
          <p:nvPr>
            <p:ph type="title"/>
          </p:nvPr>
        </p:nvSpPr>
        <p:spPr>
          <a:xfrm>
            <a:off x="838200" y="291973"/>
            <a:ext cx="10515600" cy="1325563"/>
          </a:xfrm>
        </p:spPr>
        <p:txBody>
          <a:bodyPr/>
          <a:lstStyle/>
          <a:p>
            <a:r>
              <a:rPr lang="en-GB" dirty="0"/>
              <a:t>The big Problem</a:t>
            </a:r>
          </a:p>
        </p:txBody>
      </p:sp>
      <p:pic>
        <p:nvPicPr>
          <p:cNvPr id="5" name="Content Placeholder 4">
            <a:extLst>
              <a:ext uri="{FF2B5EF4-FFF2-40B4-BE49-F238E27FC236}">
                <a16:creationId xmlns:a16="http://schemas.microsoft.com/office/drawing/2014/main" id="{F037EBE2-6467-BC63-DAD6-60C2B17BDD8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21040" y="2212848"/>
            <a:ext cx="3870960" cy="464515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 name="TextBox 5">
            <a:extLst>
              <a:ext uri="{FF2B5EF4-FFF2-40B4-BE49-F238E27FC236}">
                <a16:creationId xmlns:a16="http://schemas.microsoft.com/office/drawing/2014/main" id="{25A98D50-6E44-9AD8-91F2-040DE8A3FA60}"/>
              </a:ext>
            </a:extLst>
          </p:cNvPr>
          <p:cNvSpPr txBox="1"/>
          <p:nvPr/>
        </p:nvSpPr>
        <p:spPr>
          <a:xfrm>
            <a:off x="630936" y="1993392"/>
            <a:ext cx="7168896" cy="2246769"/>
          </a:xfrm>
          <a:prstGeom prst="rect">
            <a:avLst/>
          </a:prstGeom>
          <a:noFill/>
        </p:spPr>
        <p:txBody>
          <a:bodyPr wrap="square" rtlCol="0">
            <a:spAutoFit/>
          </a:bodyPr>
          <a:lstStyle/>
          <a:p>
            <a:r>
              <a:rPr lang="en-GB" sz="2800" dirty="0">
                <a:solidFill>
                  <a:srgbClr val="FF0000"/>
                </a:solidFill>
              </a:rPr>
              <a:t>The problem in </a:t>
            </a:r>
            <a:r>
              <a:rPr lang="en-GB" sz="2800" dirty="0" err="1">
                <a:solidFill>
                  <a:srgbClr val="FF0000"/>
                </a:solidFill>
              </a:rPr>
              <a:t>Arasaka</a:t>
            </a:r>
            <a:r>
              <a:rPr lang="en-GB" sz="2800" dirty="0">
                <a:solidFill>
                  <a:srgbClr val="FF0000"/>
                </a:solidFill>
              </a:rPr>
              <a:t> city is that there are too much gangs. Its basically Oblock but in the future, the main gang that controls most of the drugs, guns and military equipment is names </a:t>
            </a:r>
            <a:r>
              <a:rPr lang="en-GB" sz="2800" dirty="0" err="1">
                <a:solidFill>
                  <a:srgbClr val="FF0000"/>
                </a:solidFill>
              </a:rPr>
              <a:t>Ragnorock</a:t>
            </a:r>
            <a:r>
              <a:rPr lang="en-GB" sz="2800" dirty="0">
                <a:solidFill>
                  <a:srgbClr val="FF0000"/>
                </a:solidFill>
              </a:rPr>
              <a:t>.</a:t>
            </a:r>
          </a:p>
        </p:txBody>
      </p:sp>
    </p:spTree>
    <p:extLst>
      <p:ext uri="{BB962C8B-B14F-4D97-AF65-F5344CB8AC3E}">
        <p14:creationId xmlns:p14="http://schemas.microsoft.com/office/powerpoint/2010/main" val="425759112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9C216-C35B-55AA-6C4C-C24107F33527}"/>
              </a:ext>
            </a:extLst>
          </p:cNvPr>
          <p:cNvSpPr>
            <a:spLocks noGrp="1"/>
          </p:cNvSpPr>
          <p:nvPr>
            <p:ph type="title"/>
          </p:nvPr>
        </p:nvSpPr>
        <p:spPr/>
        <p:txBody>
          <a:bodyPr/>
          <a:lstStyle/>
          <a:p>
            <a:r>
              <a:rPr lang="en-GB" dirty="0"/>
              <a:t>Meet the city</a:t>
            </a:r>
          </a:p>
        </p:txBody>
      </p:sp>
      <p:sp>
        <p:nvSpPr>
          <p:cNvPr id="3" name="Content Placeholder 2">
            <a:extLst>
              <a:ext uri="{FF2B5EF4-FFF2-40B4-BE49-F238E27FC236}">
                <a16:creationId xmlns:a16="http://schemas.microsoft.com/office/drawing/2014/main" id="{241463CA-F6A6-6F15-E3AB-874C0AC2DB6B}"/>
              </a:ext>
            </a:extLst>
          </p:cNvPr>
          <p:cNvSpPr>
            <a:spLocks noGrp="1"/>
          </p:cNvSpPr>
          <p:nvPr>
            <p:ph idx="1"/>
          </p:nvPr>
        </p:nvSpPr>
        <p:spPr>
          <a:xfrm>
            <a:off x="838200" y="1825625"/>
            <a:ext cx="5782056" cy="4351338"/>
          </a:xfrm>
        </p:spPr>
        <p:txBody>
          <a:bodyPr>
            <a:normAutofit lnSpcReduction="10000"/>
          </a:bodyPr>
          <a:lstStyle/>
          <a:p>
            <a:pPr marL="0" indent="0">
              <a:buNone/>
            </a:pPr>
            <a:r>
              <a:rPr lang="en-GB" dirty="0"/>
              <a:t>The city was originally first build in 2032 were over the 45 years it has developed to the biggest city on the planet. Its funded by the biggest corporations on earth and moon. The prime minister of the city is Juan Federico Jamon.</a:t>
            </a:r>
          </a:p>
          <a:p>
            <a:pPr marL="0" indent="0">
              <a:buNone/>
            </a:pPr>
            <a:r>
              <a:rPr lang="en-GB" dirty="0"/>
              <a:t>Image of him.---)</a:t>
            </a:r>
          </a:p>
        </p:txBody>
      </p:sp>
      <p:pic>
        <p:nvPicPr>
          <p:cNvPr id="5" name="Picture 4">
            <a:extLst>
              <a:ext uri="{FF2B5EF4-FFF2-40B4-BE49-F238E27FC236}">
                <a16:creationId xmlns:a16="http://schemas.microsoft.com/office/drawing/2014/main" id="{228B1285-E8D1-0C02-22D1-AB8A5A2B70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9944" y="2506662"/>
            <a:ext cx="5782056" cy="385470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 name="Action Button: Go Home 3">
            <a:hlinkClick r:id="rId4" action="ppaction://hlinkfile" highlightClick="1">
              <a:snd r:embed="rId3" name="applause.wav"/>
            </a:hlinkClick>
            <a:extLst>
              <a:ext uri="{FF2B5EF4-FFF2-40B4-BE49-F238E27FC236}">
                <a16:creationId xmlns:a16="http://schemas.microsoft.com/office/drawing/2014/main" id="{5013B7E5-7B3C-591C-25D2-EC0CACCCB5F3}"/>
              </a:ext>
            </a:extLst>
          </p:cNvPr>
          <p:cNvSpPr/>
          <p:nvPr/>
        </p:nvSpPr>
        <p:spPr>
          <a:xfrm>
            <a:off x="4608576" y="5513832"/>
            <a:ext cx="1106424" cy="979043"/>
          </a:xfrm>
          <a:prstGeom prst="actionButtonHom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2432998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96182-AB11-4FB2-90EE-AF631E9104C3}"/>
              </a:ext>
            </a:extLst>
          </p:cNvPr>
          <p:cNvSpPr>
            <a:spLocks noGrp="1"/>
          </p:cNvSpPr>
          <p:nvPr>
            <p:ph type="title"/>
          </p:nvPr>
        </p:nvSpPr>
        <p:spPr/>
        <p:txBody>
          <a:bodyPr/>
          <a:lstStyle/>
          <a:p>
            <a:r>
              <a:rPr lang="en-GB" dirty="0"/>
              <a:t>The population</a:t>
            </a:r>
          </a:p>
        </p:txBody>
      </p:sp>
      <p:sp>
        <p:nvSpPr>
          <p:cNvPr id="3" name="Content Placeholder 2">
            <a:extLst>
              <a:ext uri="{FF2B5EF4-FFF2-40B4-BE49-F238E27FC236}">
                <a16:creationId xmlns:a16="http://schemas.microsoft.com/office/drawing/2014/main" id="{07978092-D176-69A3-35A0-4E251945ECEC}"/>
              </a:ext>
            </a:extLst>
          </p:cNvPr>
          <p:cNvSpPr>
            <a:spLocks noGrp="1"/>
          </p:cNvSpPr>
          <p:nvPr>
            <p:ph idx="1"/>
          </p:nvPr>
        </p:nvSpPr>
        <p:spPr>
          <a:xfrm>
            <a:off x="838200" y="1825625"/>
            <a:ext cx="8296656" cy="1959991"/>
          </a:xfrm>
        </p:spPr>
        <p:txBody>
          <a:bodyPr>
            <a:normAutofit/>
          </a:bodyPr>
          <a:lstStyle/>
          <a:p>
            <a:pPr marL="0" indent="0">
              <a:buNone/>
            </a:pPr>
            <a:r>
              <a:rPr lang="en-GB" dirty="0" err="1"/>
              <a:t>Arasaka</a:t>
            </a:r>
            <a:r>
              <a:rPr lang="en-GB" dirty="0"/>
              <a:t> is one of the fastest growing </a:t>
            </a:r>
            <a:r>
              <a:rPr lang="en-GB" dirty="0" err="1"/>
              <a:t>citys</a:t>
            </a:r>
            <a:r>
              <a:rPr lang="en-GB" dirty="0"/>
              <a:t> on earth and has even surpassed </a:t>
            </a:r>
            <a:r>
              <a:rPr lang="en-GB" dirty="0" err="1"/>
              <a:t>LingBau</a:t>
            </a:r>
            <a:r>
              <a:rPr lang="en-GB" dirty="0"/>
              <a:t> in population back in 2049.</a:t>
            </a:r>
          </a:p>
        </p:txBody>
      </p:sp>
      <p:graphicFrame>
        <p:nvGraphicFramePr>
          <p:cNvPr id="6" name="Chart 5">
            <a:extLst>
              <a:ext uri="{FF2B5EF4-FFF2-40B4-BE49-F238E27FC236}">
                <a16:creationId xmlns:a16="http://schemas.microsoft.com/office/drawing/2014/main" id="{AD759EC2-6610-2A77-C73F-A5C014DE1F4E}"/>
              </a:ext>
            </a:extLst>
          </p:cNvPr>
          <p:cNvGraphicFramePr/>
          <p:nvPr>
            <p:extLst>
              <p:ext uri="{D42A27DB-BD31-4B8C-83A1-F6EECF244321}">
                <p14:modId xmlns:p14="http://schemas.microsoft.com/office/powerpoint/2010/main" val="2949028212"/>
              </p:ext>
            </p:extLst>
          </p:nvPr>
        </p:nvGraphicFramePr>
        <p:xfrm>
          <a:off x="0" y="2632364"/>
          <a:ext cx="8192654" cy="4225636"/>
        </p:xfrm>
        <a:graphic>
          <a:graphicData uri="http://schemas.openxmlformats.org/drawingml/2006/chart">
            <c:chart xmlns:c="http://schemas.openxmlformats.org/drawingml/2006/chart" xmlns:r="http://schemas.openxmlformats.org/officeDocument/2006/relationships" r:id="rId2"/>
          </a:graphicData>
        </a:graphic>
      </p:graphicFrame>
      <p:pic>
        <p:nvPicPr>
          <p:cNvPr id="8" name="Picture 7">
            <a:extLst>
              <a:ext uri="{FF2B5EF4-FFF2-40B4-BE49-F238E27FC236}">
                <a16:creationId xmlns:a16="http://schemas.microsoft.com/office/drawing/2014/main" id="{F77E9782-4C89-44AD-6332-4401860BC7D5}"/>
              </a:ext>
            </a:extLst>
          </p:cNvPr>
          <p:cNvPicPr>
            <a:picLocks noChangeAspect="1"/>
          </p:cNvPicPr>
          <p:nvPr/>
        </p:nvPicPr>
        <p:blipFill>
          <a:blip r:embed="rId3"/>
          <a:stretch>
            <a:fillRect/>
          </a:stretch>
        </p:blipFill>
        <p:spPr>
          <a:xfrm>
            <a:off x="8192654" y="3044152"/>
            <a:ext cx="3988954" cy="265930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73131414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DA3E7-47E2-6FC8-A3B4-7A48320A5F02}"/>
              </a:ext>
            </a:extLst>
          </p:cNvPr>
          <p:cNvSpPr>
            <a:spLocks noGrp="1"/>
          </p:cNvSpPr>
          <p:nvPr>
            <p:ph type="title"/>
          </p:nvPr>
        </p:nvSpPr>
        <p:spPr/>
        <p:txBody>
          <a:bodyPr/>
          <a:lstStyle/>
          <a:p>
            <a:r>
              <a:rPr lang="en-GB" dirty="0"/>
              <a:t>A day in life in </a:t>
            </a:r>
            <a:r>
              <a:rPr lang="en-GB" dirty="0" err="1"/>
              <a:t>Arasaka</a:t>
            </a:r>
            <a:endParaRPr lang="en-GB" dirty="0"/>
          </a:p>
        </p:txBody>
      </p:sp>
      <p:sp>
        <p:nvSpPr>
          <p:cNvPr id="3" name="Content Placeholder 2">
            <a:extLst>
              <a:ext uri="{FF2B5EF4-FFF2-40B4-BE49-F238E27FC236}">
                <a16:creationId xmlns:a16="http://schemas.microsoft.com/office/drawing/2014/main" id="{07E0F04F-C484-8A58-4A64-EB30EE735BB5}"/>
              </a:ext>
            </a:extLst>
          </p:cNvPr>
          <p:cNvSpPr>
            <a:spLocks noGrp="1"/>
          </p:cNvSpPr>
          <p:nvPr>
            <p:ph idx="1"/>
          </p:nvPr>
        </p:nvSpPr>
        <p:spPr>
          <a:xfrm>
            <a:off x="838200" y="1825625"/>
            <a:ext cx="7491984" cy="2435479"/>
          </a:xfrm>
        </p:spPr>
        <p:txBody>
          <a:bodyPr/>
          <a:lstStyle/>
          <a:p>
            <a:pPr marL="0" indent="0">
              <a:buNone/>
            </a:pPr>
            <a:r>
              <a:rPr lang="en-GB" dirty="0"/>
              <a:t>As a 14 year old the city streets are clean but very busy all day. It alright living in </a:t>
            </a:r>
            <a:r>
              <a:rPr lang="en-GB" dirty="0" err="1"/>
              <a:t>arasaka</a:t>
            </a:r>
            <a:r>
              <a:rPr lang="en-GB" dirty="0"/>
              <a:t> the schools are really good and I love the food places. Also a lot of places to hang out with my friends.</a:t>
            </a:r>
          </a:p>
        </p:txBody>
      </p:sp>
    </p:spTree>
    <p:extLst>
      <p:ext uri="{BB962C8B-B14F-4D97-AF65-F5344CB8AC3E}">
        <p14:creationId xmlns:p14="http://schemas.microsoft.com/office/powerpoint/2010/main" val="268441617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CA6D7-5394-D5DA-B366-DCB37B221DBB}"/>
              </a:ext>
            </a:extLst>
          </p:cNvPr>
          <p:cNvSpPr>
            <a:spLocks noGrp="1"/>
          </p:cNvSpPr>
          <p:nvPr>
            <p:ph type="title"/>
          </p:nvPr>
        </p:nvSpPr>
        <p:spPr/>
        <p:txBody>
          <a:bodyPr/>
          <a:lstStyle/>
          <a:p>
            <a:r>
              <a:rPr lang="en-GB" dirty="0"/>
              <a:t>Why should you come?</a:t>
            </a:r>
          </a:p>
        </p:txBody>
      </p:sp>
      <p:sp>
        <p:nvSpPr>
          <p:cNvPr id="3" name="Content Placeholder 2">
            <a:extLst>
              <a:ext uri="{FF2B5EF4-FFF2-40B4-BE49-F238E27FC236}">
                <a16:creationId xmlns:a16="http://schemas.microsoft.com/office/drawing/2014/main" id="{24E00772-2129-30D3-C692-B81BB3F7C893}"/>
              </a:ext>
            </a:extLst>
          </p:cNvPr>
          <p:cNvSpPr>
            <a:spLocks noGrp="1"/>
          </p:cNvSpPr>
          <p:nvPr>
            <p:ph idx="1"/>
          </p:nvPr>
        </p:nvSpPr>
        <p:spPr>
          <a:xfrm>
            <a:off x="838200" y="1825625"/>
            <a:ext cx="6038088" cy="4351338"/>
          </a:xfrm>
        </p:spPr>
        <p:txBody>
          <a:bodyPr>
            <a:normAutofit fontScale="77500" lnSpcReduction="20000"/>
          </a:bodyPr>
          <a:lstStyle/>
          <a:p>
            <a:pPr marL="0" indent="0">
              <a:buNone/>
            </a:pPr>
            <a:r>
              <a:rPr lang="en-GB" dirty="0" err="1"/>
              <a:t>Arasaka</a:t>
            </a:r>
            <a:r>
              <a:rPr lang="en-GB" dirty="0"/>
              <a:t> is the most developed city in the world.</a:t>
            </a:r>
          </a:p>
          <a:p>
            <a:pPr marL="0" indent="0">
              <a:buNone/>
            </a:pPr>
            <a:r>
              <a:rPr lang="en-GB" dirty="0"/>
              <a:t>Everyday millions of good things happen in it and who knows you might do one of the good things. </a:t>
            </a:r>
            <a:r>
              <a:rPr lang="en-GB" dirty="0" err="1"/>
              <a:t>Arasaka</a:t>
            </a:r>
            <a:r>
              <a:rPr lang="en-GB" dirty="0"/>
              <a:t> is also </a:t>
            </a:r>
            <a:r>
              <a:rPr lang="en-GB" dirty="0" err="1"/>
              <a:t>widley</a:t>
            </a:r>
            <a:r>
              <a:rPr lang="en-GB" dirty="0"/>
              <a:t> known for its fantastic transport around the massive city and the cars, no cars are allowed in </a:t>
            </a:r>
            <a:r>
              <a:rPr lang="en-GB" dirty="0" err="1"/>
              <a:t>Arasaka</a:t>
            </a:r>
            <a:r>
              <a:rPr lang="en-GB" dirty="0"/>
              <a:t> only flying cars are allowed so if you want to </a:t>
            </a:r>
            <a:r>
              <a:rPr lang="en-GB" dirty="0" err="1"/>
              <a:t>trael</a:t>
            </a:r>
            <a:r>
              <a:rPr lang="en-GB" dirty="0"/>
              <a:t> in it you better buy a flying car or a yearly subway subscription. Also taxes are very cheap here because of how eco friendly the city is and an apartment costs less than a car!</a:t>
            </a:r>
          </a:p>
        </p:txBody>
      </p:sp>
      <p:pic>
        <p:nvPicPr>
          <p:cNvPr id="13" name="Picture 12">
            <a:extLst>
              <a:ext uri="{FF2B5EF4-FFF2-40B4-BE49-F238E27FC236}">
                <a16:creationId xmlns:a16="http://schemas.microsoft.com/office/drawing/2014/main" id="{DB58E0E9-E4AC-375C-2D81-844615360D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9377" y="3920328"/>
            <a:ext cx="2153983" cy="1195748"/>
          </a:xfrm>
          <a:prstGeom prst="rect">
            <a:avLst/>
          </a:prstGeom>
        </p:spPr>
      </p:pic>
      <p:pic>
        <p:nvPicPr>
          <p:cNvPr id="9" name="Picture 8">
            <a:extLst>
              <a:ext uri="{FF2B5EF4-FFF2-40B4-BE49-F238E27FC236}">
                <a16:creationId xmlns:a16="http://schemas.microsoft.com/office/drawing/2014/main" id="{31BDF04B-882F-6C2F-E214-64C4C666BF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56448" y="5033780"/>
            <a:ext cx="4035552" cy="2259909"/>
          </a:xfrm>
          <a:prstGeom prst="rect">
            <a:avLst/>
          </a:prstGeom>
        </p:spPr>
      </p:pic>
    </p:spTree>
    <p:extLst>
      <p:ext uri="{BB962C8B-B14F-4D97-AF65-F5344CB8AC3E}">
        <p14:creationId xmlns:p14="http://schemas.microsoft.com/office/powerpoint/2010/main" val="348375941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path" presetSubtype="0" accel="50000" decel="50000" fill="hold" nodeType="clickEffect">
                                  <p:stCondLst>
                                    <p:cond delay="0"/>
                                  </p:stCondLst>
                                  <p:childTnLst>
                                    <p:animMotion origin="layout" path="M 3.75E-6 3.7037E-6 L 0.125 3.7037E-6 C 0.18099 3.7037E-6 0.25 0.06898 0.25 0.125 L 0.25 0.25 " pathEditMode="relative" rAng="0" ptsTypes="AAAA">
                                      <p:cBhvr>
                                        <p:cTn id="6" dur="2000" fill="hold"/>
                                        <p:tgtEl>
                                          <p:spTgt spid="13"/>
                                        </p:tgtEl>
                                        <p:attrNameLst>
                                          <p:attrName>ppt_x</p:attrName>
                                          <p:attrName>ppt_y</p:attrName>
                                        </p:attrNameLst>
                                      </p:cBhvr>
                                      <p:rCtr x="12500"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121</TotalTime>
  <Words>281</Words>
  <Application>Microsoft Office PowerPoint</Application>
  <PresentationFormat>Widescreen</PresentationFormat>
  <Paragraphs>14</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Arial</vt:lpstr>
      <vt:lpstr>Cascadia Code</vt:lpstr>
      <vt:lpstr>Office Theme</vt:lpstr>
      <vt:lpstr>Welcome to Arasaka City</vt:lpstr>
      <vt:lpstr>The big Problem</vt:lpstr>
      <vt:lpstr>Meet the city</vt:lpstr>
      <vt:lpstr>The population</vt:lpstr>
      <vt:lpstr>A day in life in Arasaka</vt:lpstr>
      <vt:lpstr>Why should you come?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ICT2 PC3</dc:creator>
  <cp:lastModifiedBy>ICT1 PC1</cp:lastModifiedBy>
  <cp:revision>4</cp:revision>
  <dcterms:created xsi:type="dcterms:W3CDTF">2026-09-18T11:26:29Z</dcterms:created>
  <dcterms:modified xsi:type="dcterms:W3CDTF">2026-10-05T14:10:01Z</dcterms:modified>
</cp:coreProperties>
</file>